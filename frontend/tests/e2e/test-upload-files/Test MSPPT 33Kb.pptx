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ttanaporn Simmons" userId="cd91f20f-4d4f-40b4-b68f-cad8d1d37779" providerId="ADAL" clId="{2D40D933-F507-46A1-B43E-D84D92A1E871}"/>
    <pc:docChg chg="addSld modSld">
      <pc:chgData name="Rattanaporn Simmons" userId="cd91f20f-4d4f-40b4-b68f-cad8d1d37779" providerId="ADAL" clId="{2D40D933-F507-46A1-B43E-D84D92A1E871}" dt="2026-08-13T16:47:56.018" v="31" actId="20577"/>
      <pc:docMkLst>
        <pc:docMk/>
      </pc:docMkLst>
      <pc:sldChg chg="modSp new mod">
        <pc:chgData name="Rattanaporn Simmons" userId="cd91f20f-4d4f-40b4-b68f-cad8d1d37779" providerId="ADAL" clId="{2D40D933-F507-46A1-B43E-D84D92A1E871}" dt="2026-08-13T16:47:56.018" v="31" actId="20577"/>
        <pc:sldMkLst>
          <pc:docMk/>
          <pc:sldMk cId="1914497022" sldId="256"/>
        </pc:sldMkLst>
        <pc:spChg chg="mod">
          <ac:chgData name="Rattanaporn Simmons" userId="cd91f20f-4d4f-40b4-b68f-cad8d1d37779" providerId="ADAL" clId="{2D40D933-F507-46A1-B43E-D84D92A1E871}" dt="2026-08-13T16:47:56.018" v="31" actId="20577"/>
          <ac:spMkLst>
            <pc:docMk/>
            <pc:sldMk cId="1914497022" sldId="256"/>
            <ac:spMk id="2" creationId="{AAB54854-CF76-72E1-7084-9030FC6EFE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FFD9-53CB-09B5-ACA3-5F5386603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CED72-BBC3-B622-FA73-BA837545B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38017-8638-EBF8-A155-41488329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7086A-F8C9-5734-CE71-9AC561D57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426CB-EA2E-FFB2-58DB-9D50E106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06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FCE5-1340-409D-7295-CCECBFCA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E7F60-A2CB-E56F-A017-E9E6847F2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AD834-55FE-23DE-79A5-3BD1682E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8F054-7A0D-5859-AF24-56F07278A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59BA0-48B6-4079-2CD4-0EB5070C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4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FDFD-8D6D-B94E-D3B3-4D7BA541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E534F-F737-2580-AC3C-E008373CD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7DF66-99DF-B79D-AF0B-0B6E48D82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C0E18-8749-064A-8943-59A851B2B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EDF8C-B988-9B36-2192-37A15F77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3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8500-056A-4DB6-BAC1-5DA6C7EE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B2B96-C993-0367-F80F-441E16A1E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BE6CE-4D7E-FE37-30F4-95169E611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45C69-563B-9FA4-01DD-A7EE0BAE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93C69-E74A-528E-7014-F31102C5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13481-47EB-6E2B-A8C8-1B042ECB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49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47DF-A592-A780-A6EC-98B2014F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18882-1F28-0D18-B658-22E19F531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9D4A7-6582-7C25-B6EC-BCD5814E6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6C743-215F-E4BA-BBF2-8B0ABF8DC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96244-550C-BCBC-741B-23789A00C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D021E-8A96-8AB2-D525-C38F1523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4A019-EAD3-37EE-8D3C-33536801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D08C3-1CEB-4976-2625-E2E2B8A7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2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D271-9D17-EF1E-A39B-6CF5399B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51319C-5E21-0F80-6094-7D7F323A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A6586-DA41-2796-84E6-AEE73D3C5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E62CE-CCDE-BA33-1BC7-57BCCF9A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91AEF-F0DD-B6E7-1C1A-9C624851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222B5-F9A6-1F9F-7CFC-2C2AD84D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B4207-B1DD-A6E6-8EDC-07C2EB03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3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7D9E-A440-C371-B872-E65A4CB1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844EA-E02D-3AB9-C975-C6387D592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5FB14-D609-95BC-3CDF-8AEC9E019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B971B-89AE-B112-51B6-4A1E48CD2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78A32-B8C1-9A3C-7789-87EAB1EE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16C30-CDE3-37AD-BA5B-8B6FD765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5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96D0-E841-4CCE-5171-A1728B25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4ACE6-F415-C213-577D-E018649A8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AAFD7-ECB0-00A0-8670-B26837A9E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5EA73-54A2-FE58-D4D7-5F43AA21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FECC2-FC7A-5463-99BE-4AE2C6A09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5535C-3DF7-0E83-AEF0-163D3AB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6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1712-249F-3F72-961A-632B414C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21113-7740-8148-7BE5-C1089061F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8A02-531F-52FC-2393-07323429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0CCE6-78C7-587F-4678-900708E5D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0581F-46B5-A4E7-0691-7590AAC8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9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C00E3-0EB9-D33D-7E4D-98C4E7529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348AA-6B02-D0BD-049F-A4B864341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B1A75-38C2-7D18-5899-86BAEE86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4F7AD-4BAF-DFBE-AE26-7C9FCFA7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71894-8788-8165-C139-5101644C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5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590F4-0866-152D-FFD0-7B921FAF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5251F-7A64-456D-376A-FA6A0E059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FB896-6803-4F57-DFC5-153260A9F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BE9A5-8511-4093-90CB-96B4603C5C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6ED49-BB68-8BFC-1CA0-09B42AD49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70CDB-06DC-9AF8-2CFF-B67D458D6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1B823-8AF1-46B8-9784-E040D6D1A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5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4854-CF76-72E1-7084-9030FC6EF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/>
              <a:t>a test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87883-71DC-4F83-8073-00FC04B835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97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1996441-7546-4120-826b-df0c3e239671}" enabled="0" method="" siteId="{31996441-7546-4120-826b-df0c3e23967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This is a test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Rattanaporn Simmons</dc:creator>
  <cp:lastModifiedBy>Rattanaporn Simmons</cp:lastModifiedBy>
  <cp:revision>1</cp:revision>
  <dcterms:created xsi:type="dcterms:W3CDTF">2026-08-13T16:47:45Z</dcterms:created>
  <dcterms:modified xsi:type="dcterms:W3CDTF">2026-08-13T16:47:58Z</dcterms:modified>
</cp:coreProperties>
</file>